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97" r:id="rId4"/>
    <p:sldId id="400" r:id="rId5"/>
    <p:sldId id="401" r:id="rId6"/>
    <p:sldId id="402" r:id="rId7"/>
    <p:sldId id="403" r:id="rId8"/>
    <p:sldId id="404" r:id="rId9"/>
    <p:sldId id="429" r:id="rId10"/>
    <p:sldId id="442" r:id="rId11"/>
    <p:sldId id="516" r:id="rId12"/>
    <p:sldId id="513" r:id="rId13"/>
    <p:sldId id="518" r:id="rId14"/>
    <p:sldId id="517" r:id="rId15"/>
    <p:sldId id="514" r:id="rId16"/>
    <p:sldId id="515" r:id="rId17"/>
    <p:sldId id="531" r:id="rId18"/>
    <p:sldId id="541" r:id="rId19"/>
    <p:sldId id="542" r:id="rId20"/>
    <p:sldId id="544" r:id="rId21"/>
    <p:sldId id="543" r:id="rId22"/>
    <p:sldId id="405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93" autoAdjust="0"/>
    <p:restoredTop sz="94638" autoAdjust="0"/>
  </p:normalViewPr>
  <p:slideViewPr>
    <p:cSldViewPr>
      <p:cViewPr>
        <p:scale>
          <a:sx n="100" d="100"/>
          <a:sy n="100" d="100"/>
        </p:scale>
        <p:origin x="293" y="4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8/9/2023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6CC3-0A3C-4A7B-8D44-DDF7A00891F2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FB7F-AE81-4129-9A4C-58B73E21E85B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16F57-B65F-4DEF-AE8E-AFDCD8258099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6B61-1D86-441D-98B2-E499A92D1929}" type="datetime1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D30E-3589-486E-9095-86BBF6290C5D}" type="datetime1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F1EB0-B649-4BE1-99F4-3D15225DB328}" type="datetime1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9DC4-3B42-4F0D-A061-B1A967342B3F}" type="datetime1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A961-4613-4CE0-AFBB-A8D27A7F6BB3}" type="datetime1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F8BC-A70C-4EDE-BD9C-B211EEADF6D4}" type="datetime1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D748F-98D6-4795-A438-47AADF3ED63F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17A-FB34-4523-AAE7-540945CC07AE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BF3F9-D4F8-4BDF-BCCB-1ECC45711F5C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8085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GLfEQGY70Ek&amp;list=PLndX8heiWwErijxt7FpnRilO2KV4UhFm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_4Q-upoIv8c&amp;list=PLndX8heiWwErijxt7FpnRilO2KV4UhFmN&amp;index=2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100" b="1" dirty="0"/>
              <a:t>Lab Works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Required Materials: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8085 Simulator or Kit</a:t>
            </a:r>
          </a:p>
          <a:p>
            <a:pPr marL="400050" lvl="1" indent="0">
              <a:buNone/>
              <a:tabLst>
                <a:tab pos="463550" algn="l"/>
              </a:tabLst>
            </a:pPr>
            <a:r>
              <a:rPr lang="en-US" sz="1600" dirty="0">
                <a:hlinkClick r:id="rId2"/>
              </a:rPr>
              <a:t>https:;www.sim8085.com/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Programs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2000" dirty="0"/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865C-4B10-4D5E-A246-01BEE393241C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00B050"/>
                </a:solidFill>
              </a:rPr>
              <a:t>Lab1: Understanding addressing modes in 8085 microprocessors.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Topics: Direct addressing, Indirect addressing</a:t>
            </a:r>
          </a:p>
          <a:p>
            <a:pPr marL="0" indent="0">
              <a:buNone/>
            </a:pP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Write an ALP for 8085 MP to store an immediate 8-bit data in memory location 2051H using direct addressing.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an ALP for 8085 MP to store 8-bit data in memory 2501H using indirect addressing.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09F-5E7E-4785-8D03-A8EFEB9B5AD1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11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Lab2: Addition with 8085 microprocessors.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Write an ALP for adding two 8-bit numbers  02H and 03H using immediate addressing . The result is to be stored in 1050 H.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an ALP for adding two 8-bit numbers stored in 2501H and 2502H. The result is to be stored in 2503H.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an assembly language program to add two 8-bit numbers (F1 and 15), stored at C050H and C051H, with carry.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an assembly language program to add two 16-bit numbers A645 and 9B23, stored from C050H onwards, with carry.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18F8-BA39-481D-A5D5-7111680EE0FA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24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Lab3: Subtraction with 8085 microprocessors.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Write an ALP for subtracting two 8-bit numbers stored in 2501H and 2502H. The result is to be stored in 2503H.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538AC-BD8B-4117-B4C1-3A6986D83B33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09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Lab 4: Swapping of data with 8085 microprocessors.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Write a program in Assembly language to interchange(Swap) the contents of two memory location 2100H and 2101H.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03BB-BF5C-45C7-8555-978C19213F60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75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Lab 5: Multiplication with 8085 microprocessors.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Write a program in Assembly language to multiply two 8 bit numbers stored at C050H and C051H.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CDBF-6623-421F-8732-F30F8B60F731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1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Lab 6: Looping in 8085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7754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Write a program in Assembly language to find the square of a number stored at 8000H.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 program in Assembly language to print N natural numbers </a:t>
            </a:r>
            <a:r>
              <a:rPr lang="en-US" sz="1600" b="1" dirty="0" err="1"/>
              <a:t>upto</a:t>
            </a:r>
            <a:r>
              <a:rPr lang="en-US" sz="1600" b="1" dirty="0"/>
              <a:t> the number stored at 8000H. (</a:t>
            </a:r>
            <a:r>
              <a:rPr lang="en-US" sz="1600" b="1" dirty="0" err="1"/>
              <a:t>ie</a:t>
            </a:r>
            <a:r>
              <a:rPr lang="en-US" sz="1600" b="1" dirty="0"/>
              <a:t>. If 5,  then the series should be 1,2,3,4,5)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Write a program in Assembly language to find the factorial of a number stored at 8000H and store the factorial at 8001H.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D9F0-06C9-4C88-90BB-3CD33F814D90}" type="datetime1">
              <a:rPr lang="en-US" smtClean="0">
                <a:solidFill>
                  <a:srgbClr val="00B050"/>
                </a:solidFill>
              </a:rPr>
              <a:t>8/9/2023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Lab Works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90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  <a:tabLst>
                <a:tab pos="463550" algn="l"/>
              </a:tabLst>
            </a:pPr>
            <a:endParaRPr lang="en-US" sz="4400" b="1" dirty="0">
              <a:solidFill>
                <a:srgbClr val="FF0000"/>
              </a:solidFill>
            </a:endParaRPr>
          </a:p>
          <a:p>
            <a:pPr marL="0" indent="0" algn="ctr">
              <a:buNone/>
              <a:tabLst>
                <a:tab pos="463550" algn="l"/>
              </a:tabLst>
            </a:pPr>
            <a:r>
              <a:rPr lang="en-US" sz="4400" b="1" dirty="0">
                <a:solidFill>
                  <a:srgbClr val="FF0000"/>
                </a:solidFill>
              </a:rPr>
              <a:t>5. Basic Assembly language programs of 8085</a:t>
            </a:r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6DF9-E339-4002-BDD4-E1572167233B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</p:spTree>
    <p:extLst>
      <p:ext uri="{BB962C8B-B14F-4D97-AF65-F5344CB8AC3E}">
        <p14:creationId xmlns:p14="http://schemas.microsoft.com/office/powerpoint/2010/main" val="274980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1. Write an ALP for 8085 MP to store an immediate 8-bit data in memory location 2051H using direct addressing.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1493838" algn="l"/>
              </a:tabLst>
            </a:pPr>
            <a:r>
              <a:rPr lang="en-US" sz="2000" dirty="0"/>
              <a:t>MVI A,49H      ; "Store 49H in the accumulator"  </a:t>
            </a:r>
          </a:p>
          <a:p>
            <a:pPr marL="0" indent="0">
              <a:buNone/>
              <a:tabLst>
                <a:tab pos="1493838" algn="l"/>
              </a:tabLst>
            </a:pPr>
            <a:r>
              <a:rPr lang="en-US" sz="2000" dirty="0"/>
              <a:t>STA 2501H       ;"Copy accumulator contents at address 2501H"  </a:t>
            </a:r>
          </a:p>
          <a:p>
            <a:pPr marL="0" indent="0">
              <a:buNone/>
              <a:tabLst>
                <a:tab pos="1493838" algn="l"/>
              </a:tabLst>
            </a:pPr>
            <a:r>
              <a:rPr lang="en-US" sz="2000" dirty="0"/>
              <a:t>HLT             	; "Stop"  </a:t>
            </a:r>
          </a:p>
          <a:p>
            <a:pPr marL="457200" indent="-457200">
              <a:buFont typeface="+mj-lt"/>
              <a:buAutoNum type="arabicPeriod"/>
              <a:tabLst>
                <a:tab pos="1493838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00B77-267E-4F2E-9B5B-E27D87E9467B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8" name="Explosion: 8 Points 7">
            <a:extLst>
              <a:ext uri="{FF2B5EF4-FFF2-40B4-BE49-F238E27FC236}">
                <a16:creationId xmlns:a16="http://schemas.microsoft.com/office/drawing/2014/main" id="{4E4B8E28-3818-4198-AFDC-30403FD2FB40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408619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2. Write an ALP for 8085 MP to store 8-bit data in memory 2501H using indirect addressing.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808038" algn="l"/>
                <a:tab pos="1371600" algn="l"/>
              </a:tabLst>
            </a:pPr>
            <a:r>
              <a:rPr lang="en-US" sz="1600" dirty="0"/>
              <a:t>LXI H,2501H      	; "Load H-L pair with 2501H"  </a:t>
            </a:r>
          </a:p>
          <a:p>
            <a:pPr marL="0" indent="0">
              <a:buNone/>
              <a:tabLst>
                <a:tab pos="808038" algn="l"/>
                <a:tab pos="1371600" algn="l"/>
              </a:tabLst>
            </a:pPr>
            <a:r>
              <a:rPr lang="en-US" sz="1600" dirty="0"/>
              <a:t>MVI M,49H	;  "Store 49H in memory location pointed by H-L register pair (2501H)"  </a:t>
            </a:r>
          </a:p>
          <a:p>
            <a:pPr marL="0" indent="0">
              <a:buNone/>
              <a:tabLst>
                <a:tab pos="808038" algn="l"/>
                <a:tab pos="1371600" algn="l"/>
              </a:tabLst>
            </a:pPr>
            <a:r>
              <a:rPr lang="en-US" sz="1600" dirty="0"/>
              <a:t>HLT         		;  "Stop" 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7B179-19D2-48F4-ADDD-629ACA5C4084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69B6BA5A-8FD3-4F0E-895C-7A55241DD92F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395232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3. Write an ALP for adding two 8-bit numbers  02H and 03H using immediate addressing . The result is to be stored in 1050 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1311275" algn="l"/>
              </a:tabLst>
            </a:pPr>
            <a:r>
              <a:rPr lang="en-US" sz="1800" dirty="0"/>
              <a:t>MVI A, 02H  	; “Get the first number and move to accumulator”</a:t>
            </a:r>
          </a:p>
          <a:p>
            <a:pPr marL="0" indent="0">
              <a:buNone/>
              <a:tabLst>
                <a:tab pos="1311275" algn="l"/>
              </a:tabLst>
            </a:pPr>
            <a:r>
              <a:rPr lang="en-US" sz="1800" dirty="0"/>
              <a:t>MVI B, 03H     ;  “Get the second number and move to register B"  </a:t>
            </a:r>
          </a:p>
          <a:p>
            <a:pPr marL="0" indent="0">
              <a:buNone/>
              <a:tabLst>
                <a:tab pos="1311275" algn="l"/>
              </a:tabLst>
            </a:pPr>
            <a:r>
              <a:rPr lang="en-US" sz="1800" dirty="0"/>
              <a:t>ADD B        	; "Add the second number with the content of accumulator"  </a:t>
            </a:r>
          </a:p>
          <a:p>
            <a:pPr marL="0" indent="0">
              <a:buNone/>
              <a:tabLst>
                <a:tab pos="1311275" algn="l"/>
              </a:tabLst>
            </a:pPr>
            <a:r>
              <a:rPr lang="en-US" sz="1800" dirty="0"/>
              <a:t>STA 1050H      	;  "Store result at 1050H"  </a:t>
            </a:r>
          </a:p>
          <a:p>
            <a:pPr marL="0" indent="0">
              <a:buNone/>
              <a:tabLst>
                <a:tab pos="1311275" algn="l"/>
              </a:tabLst>
            </a:pPr>
            <a:r>
              <a:rPr lang="en-US" sz="1800" dirty="0"/>
              <a:t>HLT          	;  "Stop"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36BDF-307D-45CC-A8FF-560D1601DF13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A8BA6D5B-B3CE-4832-96CD-09B730EA1FAA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4683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0010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4. Write an ALP for adding two 8-bit numbers stored in 2501H and 2502H. The result is to be stored in 2503H.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62484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LXI H, 2501H  	; "Get address of first number in H-L pair. Now H-L points to 2501H"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MOV A, M      	; "Get first operand in accumulator"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INX H         	; "Increment content of H-L pair. Now, H-L points 2502H"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ADD M         	;  "Add first and second operand"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INX H         	;  "H-L points 2503H"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MOV M, A       ;  "Store result at 2503H"  </a:t>
            </a:r>
          </a:p>
          <a:p>
            <a:pPr marL="0" indent="0">
              <a:buNone/>
              <a:tabLst>
                <a:tab pos="1027113" algn="l"/>
              </a:tabLst>
            </a:pPr>
            <a:r>
              <a:rPr lang="en-US" sz="1400" dirty="0"/>
              <a:t>HLT          	; "Stop"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4A04-A033-43A4-98AD-CB9BDB36C8CC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3B66798E-52DA-44C4-BEE5-42FFB7B66723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208558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5. Write an ALP for subtracting two 8-bit numbers stored in 2501H and 2502H. The result is to be stored in 2503H.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4864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LXI H, 2501H   ;  "Get address of first number in H-L pair. Now H-L points to 2501H"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MOV A, M       ;  "Get first operand in accumulator"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INX H          	;  "Increment content of H-L pair. Now, H-L points 2502H"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SUB M          	;  "Subtract first to second operand"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INX H          	;  "H-L points 2503H"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MOV M, A       	;  "Store result at 2503H"  </a:t>
            </a:r>
          </a:p>
          <a:p>
            <a:pPr marL="0" indent="0">
              <a:buNone/>
              <a:tabLst>
                <a:tab pos="914400" algn="l"/>
              </a:tabLst>
            </a:pPr>
            <a:r>
              <a:rPr lang="en-US" sz="1200" dirty="0"/>
              <a:t>HLT            	;  "Stop"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633-06A6-4957-9D7B-7D0DFD424C01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B439EEAB-6311-4077-9971-9B211548B70C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2445864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6. Write an assembly language program to add two 8-bit numbers (F1 and 15), stored at C050H and C051H, with carry.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6172200" cy="3467159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LXI H, C050H  ; "Get address of first number in H-L pair. Now H-L points to C050H"  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MOV A, M      	 ;  "Get first operand in accumulator from C050H"  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INX H         	 ;  "Increment content of H-L pair. Now, H-L points C051H"  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MVI B, 00H	 ; “Initialize Register B with 00H for carry store”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ADD M         	 ;  "Add first and second operand, result stored in Acc"  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JNC label	 ; “Jump to label if no carry”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INR B	 ; “Increment content of B by 1”</a:t>
            </a:r>
          </a:p>
          <a:p>
            <a:pPr marL="0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/>
              <a:t>label</a:t>
            </a:r>
            <a:r>
              <a:rPr lang="en-US" sz="1100" dirty="0"/>
              <a:t>:	STA C053H	 ; “Store the content of Acc to C053H”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MOV  A, B      	 ;  “Move carry at Acc"  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STA C052H	 ; “Store the content of Acc to C052H, </a:t>
            </a:r>
            <a:r>
              <a:rPr lang="en-US" sz="1100" dirty="0" err="1"/>
              <a:t>ie</a:t>
            </a:r>
            <a:r>
              <a:rPr lang="en-US" sz="1100" dirty="0"/>
              <a:t> the carry part”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HLT          	 ;  "Stop" 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371600" algn="l"/>
              </a:tabLst>
            </a:pPr>
            <a:r>
              <a:rPr lang="en-US" sz="1100" dirty="0"/>
              <a:t>			 ; “Carry part store in C052H and sum is store in C053H”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55A5-5069-47E5-AC78-317B47FCFE9D}" type="datetime1">
              <a:rPr lang="en-US" smtClean="0"/>
              <a:t>8/9/2023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8B36-AFE5-4AA6-892E-378329CDD555}"/>
              </a:ext>
            </a:extLst>
          </p:cNvPr>
          <p:cNvSpPr/>
          <p:nvPr/>
        </p:nvSpPr>
        <p:spPr>
          <a:xfrm>
            <a:off x="419100" y="4210110"/>
            <a:ext cx="8305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Reference: </a:t>
            </a:r>
            <a:r>
              <a:rPr lang="en-US" sz="1600" dirty="0">
                <a:hlinkClick r:id="rId2"/>
              </a:rPr>
              <a:t>https:;www.youtube.com/watch?v=GLfEQGY70Ek&amp;list=PLndX8heiWwErijxt7FpnRilO2KV4UhFmN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D67F1-573A-4E8F-A98B-2B97ECD3B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088" y="1079640"/>
            <a:ext cx="3002634" cy="2177910"/>
          </a:xfrm>
          <a:prstGeom prst="rect">
            <a:avLst/>
          </a:prstGeom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67D92410-EC48-4C4E-B213-24C2376E2F7C}"/>
              </a:ext>
            </a:extLst>
          </p:cNvPr>
          <p:cNvSpPr/>
          <p:nvPr/>
        </p:nvSpPr>
        <p:spPr>
          <a:xfrm rot="17718536">
            <a:off x="414872" y="2031883"/>
            <a:ext cx="1002947" cy="54150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31E74BB6-397A-45D9-BDF5-6DE310E6F7D9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205483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</a:rPr>
              <a:t>7. Write an assembly language program to add two 16-bit numbers A645 and 9B23, stored from C050H onwards, with carry.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6553200" cy="3505200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LHLD C050H  	; "Get address of first number from memory and load in in H-L register”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XCHG	 ; </a:t>
            </a:r>
            <a:r>
              <a:rPr lang="en-US" sz="1200" dirty="0">
                <a:solidFill>
                  <a:srgbClr val="000000"/>
                </a:solidFill>
              </a:rPr>
              <a:t>Exchange H and L with D and E</a:t>
            </a:r>
            <a:endParaRPr lang="en-US" sz="1200" dirty="0"/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LHLD C052H  	 ;  "Get address of second number from memory and load in in H-L register”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MVI B, 00H	 ; “Initialize Register B with 00H for carry store”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DAD D	 ; Add both the register pairs and store in HL, </a:t>
            </a:r>
            <a:r>
              <a:rPr lang="en-US" sz="1200" dirty="0" err="1"/>
              <a:t>ie</a:t>
            </a:r>
            <a:r>
              <a:rPr lang="en-US" sz="1200" dirty="0"/>
              <a:t>. HL+DE 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JNC label	 ; “Jump to label if no carry”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INR B	 ; “Increment content of B by 1”</a:t>
            </a:r>
          </a:p>
          <a:p>
            <a:pPr marL="0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label:	SHLD C054H	 ; “Store the content of H-L register to C054H”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MOV  A, B      	 ;  “Move carry at Acc"  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STA C056H	 ; “Store the content of Acc to C056H, </a:t>
            </a:r>
            <a:r>
              <a:rPr lang="en-US" sz="1200" dirty="0" err="1"/>
              <a:t>ie</a:t>
            </a:r>
            <a:r>
              <a:rPr lang="en-US" sz="1200" dirty="0"/>
              <a:t> the carry part”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HLT          	 ;  "Stop" </a:t>
            </a:r>
          </a:p>
          <a:p>
            <a:pPr marL="400050" lvl="1" indent="0">
              <a:buNone/>
              <a:tabLst>
                <a:tab pos="569913" algn="l"/>
                <a:tab pos="622300" algn="l"/>
                <a:tab pos="1484313" algn="l"/>
              </a:tabLst>
            </a:pPr>
            <a:r>
              <a:rPr lang="en-US" sz="1200" dirty="0"/>
              <a:t>			 ; “Carry part store in C056H and sum is store in C054H-C055H”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3DA8-121E-410A-A128-CFB9A02703EA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560CE-96F6-4CDA-8341-F391032F0848}"/>
              </a:ext>
            </a:extLst>
          </p:cNvPr>
          <p:cNvSpPr/>
          <p:nvPr/>
        </p:nvSpPr>
        <p:spPr>
          <a:xfrm>
            <a:off x="609600" y="4414219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Reference: </a:t>
            </a:r>
            <a:r>
              <a:rPr lang="en-US" sz="1200" dirty="0">
                <a:hlinkClick r:id="rId2"/>
              </a:rPr>
              <a:t>https:;www.youtube.com/watch?v=_4Q-upoIv8c&amp;list=PLndX8heiWwErijxt7FpnRilO2KV4UhFmN&amp;index=2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9D3D2-892D-48C6-BC1B-86C89DE91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887" y="1504950"/>
            <a:ext cx="2670313" cy="2535189"/>
          </a:xfrm>
          <a:prstGeom prst="rect">
            <a:avLst/>
          </a:prstGeom>
        </p:spPr>
      </p:pic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98D1A9E7-6893-4475-9F52-E2EADC0E803C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1665232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848600" cy="460771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solidFill>
                  <a:srgbClr val="FF0000"/>
                </a:solidFill>
              </a:rPr>
              <a:t>8. Write a program in Assembly language to interchange(Swap) the contents of two memory location 2100H and 2101H.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LDA 2100H	; “Load the content of 2100H into Accumulator”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MOV B,A	; “Move content of Acc to register B”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LDA 2101H	;“Load content of 2101H to Accumulator”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STA 2100H	; “Store content of Acc. to 2100H”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MOV A,B	; “Move content of register B to Acc.”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STA 2101H	; “Store content of Acc. To 2101H”</a:t>
            </a:r>
          </a:p>
          <a:p>
            <a:pPr marL="0" indent="0">
              <a:buNone/>
              <a:tabLst>
                <a:tab pos="1147763" algn="l"/>
              </a:tabLst>
            </a:pPr>
            <a:r>
              <a:rPr lang="en-US" sz="1600" dirty="0"/>
              <a:t>HLT	; “End”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3EE50-08AB-4D1C-AEFE-267A7370B565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FB1E3D07-64CF-4EF3-9742-FD038BA99497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</p:spTree>
    <p:extLst>
      <p:ext uri="{BB962C8B-B14F-4D97-AF65-F5344CB8AC3E}">
        <p14:creationId xmlns:p14="http://schemas.microsoft.com/office/powerpoint/2010/main" val="2467659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848600" cy="460771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solidFill>
                  <a:srgbClr val="FF0000"/>
                </a:solidFill>
              </a:rPr>
              <a:t>8. Write a program in Assembly language to multiply two 8 bit numbers stored at C050H and C051H.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LXI H,C050H	; Get address of first number in H-L pair. Now H-L points to C050H" 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MOV B,M	; Get first operand in register B from C050H"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MVI A,00H	;Clear Accumulator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MVI D, 00H	;Initialize a register D with 00H for carry storage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INX H	; point to C051H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MOV C,M	;Get the second operand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loop1:	ADD B	;Add contents in register B with Accumulator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JNC loop2	; Jump to loop2 if no carry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INR D	;increase D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loop2: 	DCR C	;Decrement counter C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JNZ loop1	;Jump to loop1 if C not equal to 0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STA C052H	;Store the content to C052H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MOV A,D	;Move D to A.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STA C053H	;Store content of Acc. To C053.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HLT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00699-3EFC-4B3D-80CB-AB597E15378E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FB1E3D07-64CF-4EF3-9742-FD038BA99497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CDBA8-21D9-476A-B0D6-D6B3760847A5}"/>
              </a:ext>
            </a:extLst>
          </p:cNvPr>
          <p:cNvSpPr txBox="1"/>
          <p:nvPr/>
        </p:nvSpPr>
        <p:spPr>
          <a:xfrm>
            <a:off x="8001000" y="2190750"/>
            <a:ext cx="11160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5x3*15</a:t>
            </a:r>
          </a:p>
          <a:p>
            <a:endParaRPr lang="en-US" dirty="0"/>
          </a:p>
          <a:p>
            <a:r>
              <a:rPr lang="en-US" dirty="0"/>
              <a:t>5+5+5=15</a:t>
            </a:r>
          </a:p>
        </p:txBody>
      </p:sp>
    </p:spTree>
    <p:extLst>
      <p:ext uri="{BB962C8B-B14F-4D97-AF65-F5344CB8AC3E}">
        <p14:creationId xmlns:p14="http://schemas.microsoft.com/office/powerpoint/2010/main" val="879797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848600" cy="460771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solidFill>
                  <a:srgbClr val="FF0000"/>
                </a:solidFill>
              </a:rPr>
              <a:t>9. Write a program in Assembly language to find the square of a number stored at 8000H.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LXI H,8000H 	;Load the number from 8000H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XRA A	;Clear accumulator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MOV B,M	;Load data from memory to B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LOOP: 	ADD M	;Add memory byte with A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DCR B	;Decrease B by 1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JNZ LOOP	;jump to loop if B not equal to 0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STA 8050H	;Store result into memory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dirty="0"/>
              <a:t>	HLT		; Terminate the program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b="1" dirty="0"/>
              <a:t>Note: This finding of square of a number n is done by adding the numbers for n times in the accumulator.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00699-3EFC-4B3D-80CB-AB597E15378E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FB1E3D07-64CF-4EF3-9742-FD038BA99497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CDBA8-21D9-476A-B0D6-D6B3760847A5}"/>
              </a:ext>
            </a:extLst>
          </p:cNvPr>
          <p:cNvSpPr txBox="1"/>
          <p:nvPr/>
        </p:nvSpPr>
        <p:spPr>
          <a:xfrm>
            <a:off x="8001000" y="2190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15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848600" cy="460771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solidFill>
                  <a:srgbClr val="FF0000"/>
                </a:solidFill>
              </a:rPr>
              <a:t>10. Write a program in Assembly language to print N natural numbers </a:t>
            </a:r>
            <a:r>
              <a:rPr lang="en-US" sz="1800" b="1" dirty="0" err="1">
                <a:solidFill>
                  <a:srgbClr val="FF0000"/>
                </a:solidFill>
              </a:rPr>
              <a:t>upto</a:t>
            </a:r>
            <a:r>
              <a:rPr lang="en-US" sz="1800" b="1" dirty="0">
                <a:solidFill>
                  <a:srgbClr val="FF0000"/>
                </a:solidFill>
              </a:rPr>
              <a:t> the number stored at 8000H. (</a:t>
            </a:r>
            <a:r>
              <a:rPr lang="en-US" sz="1800" b="1" dirty="0" err="1">
                <a:solidFill>
                  <a:srgbClr val="FF0000"/>
                </a:solidFill>
              </a:rPr>
              <a:t>ie</a:t>
            </a:r>
            <a:r>
              <a:rPr lang="en-US" sz="1800" b="1" dirty="0">
                <a:solidFill>
                  <a:srgbClr val="FF0000"/>
                </a:solidFill>
              </a:rPr>
              <a:t>. If 5,  then the series should be 1,2,3,4,5)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LXI H, 8000H	;Load the number store at 8000H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MOV B,M	;Take number from memory to B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MVI D, 01H	;Set D to 01H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loop:	ADD D	;Add content in D to Accumulator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INX H	;Increase the pointer to next memory location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   	MOV M,A	;Move content of Accumulator to memory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DCR B	;Decrease B by 1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JNZ loop	;Jump to loop if B not equal to 0</a:t>
            </a:r>
          </a:p>
          <a:p>
            <a:pPr marL="0" indent="0">
              <a:buNone/>
              <a:tabLst>
                <a:tab pos="746125" algn="l"/>
                <a:tab pos="1147763" algn="l"/>
                <a:tab pos="2057400" algn="l"/>
              </a:tabLst>
            </a:pPr>
            <a:r>
              <a:rPr lang="en-US" sz="1600" dirty="0"/>
              <a:t>	HLT		;Terminate the program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00699-3EFC-4B3D-80CB-AB597E15378E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FB1E3D07-64CF-4EF3-9742-FD038BA99497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CDBA8-21D9-476A-B0D6-D6B3760847A5}"/>
              </a:ext>
            </a:extLst>
          </p:cNvPr>
          <p:cNvSpPr txBox="1"/>
          <p:nvPr/>
        </p:nvSpPr>
        <p:spPr>
          <a:xfrm>
            <a:off x="8001000" y="2190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1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848600" cy="460771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solidFill>
                  <a:srgbClr val="FF0000"/>
                </a:solidFill>
              </a:rPr>
              <a:t>11. Write a program in Assembly language to find the factorial of a number stored at 8000H and store the factorial at 8001H.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 fontScale="62500" lnSpcReduction="20000"/>
          </a:bodyPr>
          <a:lstStyle/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</a:t>
            </a:r>
            <a:r>
              <a:rPr lang="en-US" sz="1600" b="1" dirty="0"/>
              <a:t>;Main program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LXI H, 8000H	;Load the number store at 8000H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MOV B,M		;Take number from memory to B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MVI D, 01H	;Set D to 01H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FACT:	CALL MUL		;Call multiplication subroutine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DCR B		;Decrease B by 1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JNZ FACT		;If Z = 0, jump to Fact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INX H		;Point to next location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MOV M,D		;Store result in memory</a:t>
            </a:r>
          </a:p>
          <a:p>
            <a:pPr marL="0" indent="0">
              <a:buNone/>
              <a:tabLst>
                <a:tab pos="517525" algn="l"/>
                <a:tab pos="1147763" algn="l"/>
                <a:tab pos="1485900" algn="l"/>
              </a:tabLst>
            </a:pPr>
            <a:r>
              <a:rPr lang="en-US" sz="1600" dirty="0"/>
              <a:t>	HLT		;Terminate the program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485900" algn="l"/>
              </a:tabLst>
            </a:pPr>
            <a:endParaRPr lang="en-US" sz="1600" b="1" dirty="0"/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485900" algn="l"/>
              </a:tabLst>
            </a:pPr>
            <a:r>
              <a:rPr lang="en-US" sz="1600" b="1" dirty="0"/>
              <a:t>	;Sub Program1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MUL:	MOV E,B	;Load B to E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	XRA A		;Clear accumulator to store result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endParaRPr lang="en-US" sz="1600" dirty="0"/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</a:t>
            </a:r>
            <a:r>
              <a:rPr lang="en-US" sz="1600" b="1" dirty="0"/>
              <a:t>;Sub Program2</a:t>
            </a:r>
            <a:endParaRPr lang="en-US" sz="1600" dirty="0"/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ML:	ADD D		;Add D to A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	DCR E		;Decrement E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	JNZ ML	;If Z = 0, jump to ML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	MOV D,A	;Transfer contents of A to D</a:t>
            </a:r>
          </a:p>
          <a:p>
            <a:pPr marL="0" indent="0">
              <a:buNone/>
              <a:tabLst>
                <a:tab pos="517525" algn="l"/>
                <a:tab pos="914400" algn="l"/>
                <a:tab pos="1143000" algn="l"/>
                <a:tab pos="1257300" algn="l"/>
                <a:tab pos="1485900" algn="l"/>
              </a:tabLst>
            </a:pPr>
            <a:r>
              <a:rPr lang="en-US" sz="1600" dirty="0"/>
              <a:t>		RET			;Return result</a:t>
            </a:r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endParaRPr lang="en-US" sz="1600" dirty="0"/>
          </a:p>
          <a:p>
            <a:pPr marL="0" indent="0">
              <a:buNone/>
              <a:tabLst>
                <a:tab pos="746125" algn="l"/>
                <a:tab pos="1147763" algn="l"/>
                <a:tab pos="1997075" algn="l"/>
              </a:tabLst>
            </a:pPr>
            <a:r>
              <a:rPr lang="en-US" sz="1600" b="1" dirty="0"/>
              <a:t>Note: This finding of factorial of a number n is done by successive addition using nested looping.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00699-3EFC-4B3D-80CB-AB597E15378E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FB1E3D07-64CF-4EF3-9742-FD038BA99497}"/>
              </a:ext>
            </a:extLst>
          </p:cNvPr>
          <p:cNvSpPr/>
          <p:nvPr/>
        </p:nvSpPr>
        <p:spPr>
          <a:xfrm>
            <a:off x="8458200" y="0"/>
            <a:ext cx="721895" cy="5703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Test 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CDBA8-21D9-476A-B0D6-D6B3760847A5}"/>
              </a:ext>
            </a:extLst>
          </p:cNvPr>
          <p:cNvSpPr txBox="1"/>
          <p:nvPr/>
        </p:nvSpPr>
        <p:spPr>
          <a:xfrm>
            <a:off x="8001000" y="2190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48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92734-EFBD-46DD-844A-65B3133D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C0A3-BF32-434E-BEC2-D34DE19EB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The End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A56E-9031-4F04-875F-D56C9E0E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BF3A-CD1A-45E1-A4A8-BA3C9D991D87}" type="datetime1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7688-259C-4FB8-A3A6-A106506D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Lab 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6BE7-D40A-495C-9EC2-13A4AB8A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74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797</Words>
  <Application>Microsoft Office PowerPoint</Application>
  <PresentationFormat>On-screen Show (16:9)</PresentationFormat>
  <Paragraphs>237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Lab Works</vt:lpstr>
      <vt:lpstr>Required Materials:</vt:lpstr>
      <vt:lpstr>Lab1: Understanding addressing modes in 8085 microprocessors.</vt:lpstr>
      <vt:lpstr>Lab2: Addition with 8085 microprocessors.</vt:lpstr>
      <vt:lpstr>Lab3: Subtraction with 8085 microprocessors.</vt:lpstr>
      <vt:lpstr>Lab 4: Swapping of data with 8085 microprocessors.</vt:lpstr>
      <vt:lpstr>Lab 5: Multiplication with 8085 microprocessors.</vt:lpstr>
      <vt:lpstr>Lab 6: Looping in 8085 programs</vt:lpstr>
      <vt:lpstr>PowerPoint Presentation</vt:lpstr>
      <vt:lpstr>1. Write an ALP for 8085 MP to store an immediate 8-bit data in memory location 2051H using direct addressing.</vt:lpstr>
      <vt:lpstr>2. Write an ALP for 8085 MP to store 8-bit data in memory 2501H using indirect addressing.</vt:lpstr>
      <vt:lpstr>3. Write an ALP for adding two 8-bit numbers  02H and 03H using immediate addressing . The result is to be stored in 1050 H.</vt:lpstr>
      <vt:lpstr>4. Write an ALP for adding two 8-bit numbers stored in 2501H and 2502H. The result is to be stored in 2503H.</vt:lpstr>
      <vt:lpstr>5. Write an ALP for subtracting two 8-bit numbers stored in 2501H and 2502H. The result is to be stored in 2503H.</vt:lpstr>
      <vt:lpstr>6. Write an assembly language program to add two 8-bit numbers (F1 and 15), stored at C050H and C051H, with carry.</vt:lpstr>
      <vt:lpstr>7. Write an assembly language program to add two 16-bit numbers A645 and 9B23, stored from C050H onwards, with carry.</vt:lpstr>
      <vt:lpstr>8. Write a program in Assembly language to interchange(Swap) the contents of two memory location 2100H and 2101H.</vt:lpstr>
      <vt:lpstr>8. Write a program in Assembly language to multiply two 8 bit numbers stored at C050H and C051H.</vt:lpstr>
      <vt:lpstr>9. Write a program in Assembly language to find the square of a number stored at 8000H.</vt:lpstr>
      <vt:lpstr>10. Write a program in Assembly language to print N natural numbers upto the number stored at 8000H. (ie. If 5,  then the series should be 1,2,3,4,5)</vt:lpstr>
      <vt:lpstr>11. Write a program in Assembly language to find the factorial of a number stored at 8000H and store the factorial at 8001H.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205</cp:revision>
  <dcterms:created xsi:type="dcterms:W3CDTF">2006-08-16T00:00:00Z</dcterms:created>
  <dcterms:modified xsi:type="dcterms:W3CDTF">2023-08-09T12:01:48Z</dcterms:modified>
</cp:coreProperties>
</file>