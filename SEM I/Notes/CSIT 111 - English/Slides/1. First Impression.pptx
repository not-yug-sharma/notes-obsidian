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4" r:id="rId9"/>
    <p:sldId id="266" r:id="rId10"/>
    <p:sldId id="267" r:id="rId11"/>
    <p:sldId id="268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141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E0932F6-9C5A-41BD-AF81-8A87468AC285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2EDED97-8F5A-4BA3-BB5F-9C1D15F95E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0932F6-9C5A-41BD-AF81-8A87468AC285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EDED97-8F5A-4BA3-BB5F-9C1D15F95EA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0932F6-9C5A-41BD-AF81-8A87468AC285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EDED97-8F5A-4BA3-BB5F-9C1D15F95EA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0932F6-9C5A-41BD-AF81-8A87468AC285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EDED97-8F5A-4BA3-BB5F-9C1D15F95EA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0932F6-9C5A-41BD-AF81-8A87468AC285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EDED97-8F5A-4BA3-BB5F-9C1D15F95E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0932F6-9C5A-41BD-AF81-8A87468AC285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EDED97-8F5A-4BA3-BB5F-9C1D15F95EA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0932F6-9C5A-41BD-AF81-8A87468AC285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EDED97-8F5A-4BA3-BB5F-9C1D15F95E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FE0932F6-9C5A-41BD-AF81-8A87468AC285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EDED97-8F5A-4BA3-BB5F-9C1D15F95E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E0932F6-9C5A-41BD-AF81-8A87468AC285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2EDED97-8F5A-4BA3-BB5F-9C1D15F95EA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0932F6-9C5A-41BD-AF81-8A87468AC285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EDED97-8F5A-4BA3-BB5F-9C1D15F95E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0932F6-9C5A-41BD-AF81-8A87468AC285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EDED97-8F5A-4BA3-BB5F-9C1D15F95E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E0932F6-9C5A-41BD-AF81-8A87468AC285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22EDED97-8F5A-4BA3-BB5F-9C1D15F95EA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First Impression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85720" y="0"/>
            <a:ext cx="8501122" cy="6715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have only one chance to make a first impression.</a:t>
            </a:r>
          </a:p>
          <a:p>
            <a:r>
              <a:rPr lang="en-US" dirty="0" smtClean="0"/>
              <a:t>You get 10 seconds with stranger before they form an opinion of us.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How to make a strong first impression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Demonstrate a good attitude with your body</a:t>
            </a:r>
          </a:p>
          <a:p>
            <a:r>
              <a:rPr lang="en-US" dirty="0" smtClean="0"/>
              <a:t>Show confidence</a:t>
            </a:r>
          </a:p>
          <a:p>
            <a:r>
              <a:rPr lang="en-US" dirty="0" smtClean="0"/>
              <a:t>Make eye contact and stand straight</a:t>
            </a:r>
          </a:p>
          <a:p>
            <a:r>
              <a:rPr lang="en-US" dirty="0" smtClean="0"/>
              <a:t>Standard dress code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Body language and Appearance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way you speak affects the first impression.</a:t>
            </a:r>
          </a:p>
          <a:p>
            <a:r>
              <a:rPr lang="en-US" dirty="0" smtClean="0"/>
              <a:t>Select words to show level of knowledge</a:t>
            </a:r>
          </a:p>
          <a:p>
            <a:r>
              <a:rPr lang="en-US" dirty="0" smtClean="0"/>
              <a:t>Change the pitch to avoid monotone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Voice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Show you are interested in others and appreciate them.</a:t>
            </a:r>
          </a:p>
          <a:p>
            <a:r>
              <a:rPr lang="en-US" dirty="0" smtClean="0"/>
              <a:t>Have good listening skills</a:t>
            </a:r>
          </a:p>
          <a:p>
            <a:r>
              <a:rPr lang="en-US" dirty="0" smtClean="0"/>
              <a:t>Maintain steady eye contact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Conversation skills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Avoid making </a:t>
            </a:r>
            <a:r>
              <a:rPr lang="en-US" smtClean="0"/>
              <a:t>other </a:t>
            </a:r>
            <a:r>
              <a:rPr lang="en-US" smtClean="0"/>
              <a:t>uncomfortable</a:t>
            </a:r>
            <a:endParaRPr lang="en-US" dirty="0" smtClean="0"/>
          </a:p>
          <a:p>
            <a:r>
              <a:rPr lang="en-US" dirty="0" smtClean="0"/>
              <a:t>Be careful with jokes</a:t>
            </a:r>
          </a:p>
          <a:p>
            <a:r>
              <a:rPr lang="en-US" dirty="0" smtClean="0"/>
              <a:t>Don’t offend others</a:t>
            </a:r>
          </a:p>
          <a:p>
            <a:r>
              <a:rPr lang="en-US" dirty="0" smtClean="0"/>
              <a:t>Don’t just disagree with someone you just met</a:t>
            </a:r>
          </a:p>
          <a:p>
            <a:r>
              <a:rPr lang="en-US" dirty="0" smtClean="0"/>
              <a:t>Avoid anything that is political, judgmental, controversial, emotionally charged, opinionated or too personal</a:t>
            </a:r>
          </a:p>
          <a:p>
            <a:r>
              <a:rPr lang="en-US" dirty="0" smtClean="0"/>
              <a:t>Avoid asking for money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to avoid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 smtClean="0"/>
              <a:t>Job Interviews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 smtClean="0"/>
              <a:t>What to do?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en-CA" dirty="0" smtClean="0"/>
              <a:t>What not to do?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en-CA" dirty="0" smtClean="0"/>
              <a:t>Be prepared and stay professional at all the times</a:t>
            </a:r>
          </a:p>
          <a:p>
            <a:r>
              <a:rPr lang="en-CA" dirty="0" smtClean="0"/>
              <a:t>Dress professionally</a:t>
            </a:r>
          </a:p>
          <a:p>
            <a:r>
              <a:rPr lang="en-CA" dirty="0" smtClean="0"/>
              <a:t>Be punctual</a:t>
            </a:r>
          </a:p>
          <a:p>
            <a:r>
              <a:rPr lang="en-CA" dirty="0" smtClean="0"/>
              <a:t>Make eye contact</a:t>
            </a:r>
          </a:p>
          <a:p>
            <a:r>
              <a:rPr lang="en-CA" dirty="0" smtClean="0"/>
              <a:t>Be polite</a:t>
            </a:r>
          </a:p>
          <a:p>
            <a:r>
              <a:rPr lang="en-CA" dirty="0" smtClean="0"/>
              <a:t>Talk about accomplishments</a:t>
            </a:r>
          </a:p>
          <a:p>
            <a:pPr>
              <a:buNone/>
            </a:pPr>
            <a:endParaRPr lang="en-CA" dirty="0" smtClean="0"/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CA" dirty="0" smtClean="0"/>
              <a:t>Don’t interrupt</a:t>
            </a:r>
          </a:p>
          <a:p>
            <a:r>
              <a:rPr lang="en-CA" dirty="0" smtClean="0"/>
              <a:t>Avoid slang or bad words</a:t>
            </a:r>
          </a:p>
          <a:p>
            <a:r>
              <a:rPr lang="en-CA" dirty="0" smtClean="0"/>
              <a:t>Don’t exaggerate your accomplishments</a:t>
            </a:r>
          </a:p>
          <a:p>
            <a:r>
              <a:rPr lang="en-CA" dirty="0" smtClean="0"/>
              <a:t>Don’t lie</a:t>
            </a:r>
          </a:p>
          <a:p>
            <a:r>
              <a:rPr lang="en-CA" dirty="0" smtClean="0"/>
              <a:t>Don’t be negative</a:t>
            </a:r>
          </a:p>
          <a:p>
            <a:r>
              <a:rPr lang="en-CA" dirty="0" smtClean="0"/>
              <a:t>Avoid complaining about past jobs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 smtClean="0"/>
              <a:t>Vocabulary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42852"/>
            <a:ext cx="9144000" cy="6715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85720" y="-56818"/>
            <a:ext cx="8858280" cy="6771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14280" y="285731"/>
          <a:ext cx="8429684" cy="60874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7421"/>
                <a:gridCol w="2107421"/>
                <a:gridCol w="2107421"/>
                <a:gridCol w="2107421"/>
              </a:tblGrid>
              <a:tr h="675740">
                <a:tc>
                  <a:txBody>
                    <a:bodyPr/>
                    <a:lstStyle/>
                    <a:p>
                      <a:r>
                        <a:rPr lang="en-CA" dirty="0" smtClean="0"/>
                        <a:t>Noun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Verb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Adjective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Adverb</a:t>
                      </a:r>
                      <a:endParaRPr lang="en-US" dirty="0"/>
                    </a:p>
                  </a:txBody>
                  <a:tcPr/>
                </a:tc>
              </a:tr>
              <a:tr h="681579">
                <a:tc>
                  <a:txBody>
                    <a:bodyPr/>
                    <a:lstStyle/>
                    <a:p>
                      <a:r>
                        <a:rPr lang="en-CA" dirty="0" smtClean="0"/>
                        <a:t>Accomplishment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Accomplish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Accomplished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-</a:t>
                      </a:r>
                      <a:endParaRPr lang="en-US" dirty="0"/>
                    </a:p>
                  </a:txBody>
                  <a:tcPr/>
                </a:tc>
              </a:tr>
              <a:tr h="6757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Considerable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Considerably</a:t>
                      </a:r>
                      <a:endParaRPr lang="en-US" dirty="0"/>
                    </a:p>
                  </a:txBody>
                  <a:tcPr/>
                </a:tc>
              </a:tr>
              <a:tr h="675740">
                <a:tc>
                  <a:txBody>
                    <a:bodyPr/>
                    <a:lstStyle/>
                    <a:p>
                      <a:r>
                        <a:rPr lang="en-CA" dirty="0" smtClean="0"/>
                        <a:t>Confidence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757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Demonstrate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-</a:t>
                      </a:r>
                      <a:endParaRPr lang="en-US" dirty="0"/>
                    </a:p>
                  </a:txBody>
                  <a:tcPr/>
                </a:tc>
              </a:tr>
              <a:tr h="6757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Impress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-</a:t>
                      </a:r>
                      <a:endParaRPr lang="en-US" dirty="0"/>
                    </a:p>
                  </a:txBody>
                  <a:tcPr/>
                </a:tc>
              </a:tr>
              <a:tr h="6757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Offend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757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Responsible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757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Select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8120" y="214289"/>
            <a:ext cx="8648722" cy="6885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55</TotalTime>
  <Words>216</Words>
  <Application>Microsoft Office PowerPoint</Application>
  <PresentationFormat>On-screen Show (4:3)</PresentationFormat>
  <Paragraphs>60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Concourse</vt:lpstr>
      <vt:lpstr>First Impression</vt:lpstr>
      <vt:lpstr>Slide 2</vt:lpstr>
      <vt:lpstr>How to make a strong first impression</vt:lpstr>
      <vt:lpstr>Body language and Appearance</vt:lpstr>
      <vt:lpstr>Voice</vt:lpstr>
      <vt:lpstr>Conversation skills</vt:lpstr>
      <vt:lpstr>What to avoid</vt:lpstr>
      <vt:lpstr>Job Interviews</vt:lpstr>
      <vt:lpstr>Vocabulary</vt:lpstr>
      <vt:lpstr>Slide 10</vt:lpstr>
      <vt:lpstr>Slide 11</vt:lpstr>
      <vt:lpstr>Slide 12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Impression</dc:title>
  <dc:creator>user</dc:creator>
  <cp:lastModifiedBy>user</cp:lastModifiedBy>
  <cp:revision>9</cp:revision>
  <dcterms:created xsi:type="dcterms:W3CDTF">2025-11-20T02:44:42Z</dcterms:created>
  <dcterms:modified xsi:type="dcterms:W3CDTF">2025-11-26T12:04:47Z</dcterms:modified>
</cp:coreProperties>
</file>