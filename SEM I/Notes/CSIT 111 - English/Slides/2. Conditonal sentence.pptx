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1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16B0991-0B2A-4E58-BC3B-98BAD7B3BD4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6AF2D4-E02E-43AB-93C8-26214BE193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Conditional sentences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Conditional sentence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7252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594"/>
                <a:gridCol w="1643074"/>
                <a:gridCol w="2357454"/>
                <a:gridCol w="300039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Formula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Zero</a:t>
                      </a:r>
                      <a:r>
                        <a:rPr lang="en-US" baseline="0" dirty="0" smtClean="0"/>
                        <a:t> Conditional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General truths or facts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+</a:t>
                      </a:r>
                      <a:r>
                        <a:rPr lang="en-US" baseline="0" dirty="0" smtClean="0"/>
                        <a:t> simple present- Simple present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you heat ice,</a:t>
                      </a:r>
                      <a:r>
                        <a:rPr lang="en-US" baseline="0" dirty="0" smtClean="0"/>
                        <a:t> it melts.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First conditional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Real</a:t>
                      </a:r>
                      <a:r>
                        <a:rPr lang="en-US" baseline="0" dirty="0" smtClean="0"/>
                        <a:t> possibilities in future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If +</a:t>
                      </a:r>
                      <a:r>
                        <a:rPr lang="en-US" baseline="0" dirty="0" smtClean="0"/>
                        <a:t> simple present- will+ verb1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it</a:t>
                      </a:r>
                      <a:r>
                        <a:rPr lang="en-US" baseline="0" dirty="0" smtClean="0"/>
                        <a:t> rains, I will stay home.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Second Conditional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Unreal hypothetical</a:t>
                      </a:r>
                      <a:r>
                        <a:rPr lang="en-US" baseline="0" dirty="0" smtClean="0"/>
                        <a:t> situations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If +</a:t>
                      </a:r>
                      <a:r>
                        <a:rPr lang="en-US" baseline="0" dirty="0" smtClean="0"/>
                        <a:t> simple past-  would+ verb1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I won lottery, I would travel all around</a:t>
                      </a:r>
                      <a:r>
                        <a:rPr lang="en-US" baseline="0" dirty="0" smtClean="0"/>
                        <a:t> the world.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Third Conditional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Unreal past hypothetical situation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If +</a:t>
                      </a:r>
                      <a:r>
                        <a:rPr lang="en-US" baseline="0" dirty="0" smtClean="0"/>
                        <a:t> Past perfect- would have + Verb</a:t>
                      </a:r>
                      <a:r>
                        <a:rPr lang="en-US" sz="1400" baseline="0" dirty="0" smtClean="0"/>
                        <a:t>3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I had studied hard, I would have passed the exam.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Real conditionals: Present and Future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 real conditional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talk about general truths, habits and things that happen again and again</a:t>
            </a:r>
          </a:p>
          <a:p>
            <a:r>
              <a:rPr lang="en-US" dirty="0" smtClean="0"/>
              <a:t>Formed by using the simple present in both if clause and the result clause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If you </a:t>
            </a:r>
            <a:r>
              <a:rPr lang="en-US" b="1" u="sng" dirty="0" smtClean="0">
                <a:solidFill>
                  <a:srgbClr val="FF0000"/>
                </a:solidFill>
              </a:rPr>
              <a:t>walk</a:t>
            </a:r>
            <a:r>
              <a:rPr lang="en-US" b="1" dirty="0" smtClean="0">
                <a:solidFill>
                  <a:srgbClr val="FF0000"/>
                </a:solidFill>
              </a:rPr>
              <a:t> in wearing jeans and a T-shirt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chemeClr val="tx2"/>
                </a:solidFill>
              </a:rPr>
              <a:t>you </a:t>
            </a:r>
            <a:r>
              <a:rPr lang="en-US" b="1" u="sng" dirty="0" smtClean="0">
                <a:solidFill>
                  <a:schemeClr val="tx2"/>
                </a:solidFill>
              </a:rPr>
              <a:t>are not </a:t>
            </a:r>
            <a:r>
              <a:rPr lang="en-US" b="1" dirty="0" smtClean="0">
                <a:solidFill>
                  <a:schemeClr val="tx2"/>
                </a:solidFill>
              </a:rPr>
              <a:t>likely to get the position.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If you </a:t>
            </a:r>
            <a:r>
              <a:rPr lang="en-US" b="1" u="sng" dirty="0" smtClean="0">
                <a:solidFill>
                  <a:srgbClr val="FF0000"/>
                </a:solidFill>
              </a:rPr>
              <a:t>disagree</a:t>
            </a:r>
            <a:r>
              <a:rPr lang="en-US" b="1" dirty="0" smtClean="0">
                <a:solidFill>
                  <a:srgbClr val="FF0000"/>
                </a:solidFill>
              </a:rPr>
              <a:t> too much in your first conversation</a:t>
            </a:r>
            <a:r>
              <a:rPr lang="en-US" b="1" dirty="0" smtClean="0">
                <a:solidFill>
                  <a:schemeClr val="tx2"/>
                </a:solidFill>
              </a:rPr>
              <a:t>, the other person </a:t>
            </a:r>
            <a:r>
              <a:rPr lang="en-US" b="1" u="sng" dirty="0" smtClean="0">
                <a:solidFill>
                  <a:schemeClr val="tx2"/>
                </a:solidFill>
              </a:rPr>
              <a:t>may think </a:t>
            </a:r>
            <a:r>
              <a:rPr lang="en-US" b="1" dirty="0" smtClean="0">
                <a:solidFill>
                  <a:schemeClr val="tx2"/>
                </a:solidFill>
              </a:rPr>
              <a:t>you are just too different.</a:t>
            </a:r>
            <a:endParaRPr 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real conditional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talk about what will happen under certain conditions.</a:t>
            </a:r>
          </a:p>
          <a:p>
            <a:r>
              <a:rPr lang="en-US" dirty="0" smtClean="0"/>
              <a:t>The result clause give result.</a:t>
            </a:r>
          </a:p>
          <a:p>
            <a:r>
              <a:rPr lang="en-US" dirty="0" smtClean="0"/>
              <a:t>Formed by using simple present in if clause and the future with will or going to in the result clause.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If you smile frequently</a:t>
            </a:r>
            <a:r>
              <a:rPr lang="en-US" dirty="0" smtClean="0"/>
              <a:t>, it will make other people comfortable.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If you stay honest and professional, </a:t>
            </a:r>
            <a:r>
              <a:rPr lang="en-US" dirty="0" smtClean="0"/>
              <a:t>you will get closer to the job you want.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of when or whenever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or whenever can be used instead of if for both the present and future real conditional.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251153" y="1571612"/>
            <a:ext cx="8937953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357298"/>
            <a:ext cx="8229600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00175"/>
            <a:ext cx="8472518" cy="490062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1. </a:t>
            </a:r>
            <a:r>
              <a:rPr lang="en-US" dirty="0" smtClean="0"/>
              <a:t>What would you do if it ________ on your wedding day?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rained</a:t>
            </a:r>
            <a:br>
              <a:rPr lang="en-US" dirty="0" smtClean="0"/>
            </a:br>
            <a:r>
              <a:rPr lang="en-US" dirty="0" smtClean="0"/>
              <a:t> will rain</a:t>
            </a:r>
            <a:br>
              <a:rPr lang="en-US" dirty="0" smtClean="0"/>
            </a:br>
            <a:r>
              <a:rPr lang="en-US" dirty="0" smtClean="0"/>
              <a:t> would rain</a:t>
            </a:r>
          </a:p>
          <a:p>
            <a:pPr>
              <a:buNone/>
            </a:pPr>
            <a:r>
              <a:rPr lang="en-US" dirty="0" smtClean="0"/>
              <a:t>2. If she comes, I _____ call you.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will</a:t>
            </a:r>
            <a:br>
              <a:rPr lang="en-US" dirty="0" smtClean="0"/>
            </a:br>
            <a:r>
              <a:rPr lang="en-US" dirty="0" smtClean="0"/>
              <a:t> would</a:t>
            </a:r>
            <a:br>
              <a:rPr lang="en-US" dirty="0" smtClean="0"/>
            </a:br>
            <a:r>
              <a:rPr lang="en-US" dirty="0" smtClean="0"/>
              <a:t> would have</a:t>
            </a:r>
          </a:p>
          <a:p>
            <a:pPr>
              <a:buNone/>
            </a:pPr>
            <a:r>
              <a:rPr lang="en-US" dirty="0" smtClean="0"/>
              <a:t>3. If I eat peanut butter, I ________ sick.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would have gotten</a:t>
            </a:r>
            <a:br>
              <a:rPr lang="en-US" dirty="0" smtClean="0"/>
            </a:br>
            <a:r>
              <a:rPr lang="en-US" dirty="0" smtClean="0"/>
              <a:t> would get</a:t>
            </a:r>
            <a:br>
              <a:rPr lang="en-US" dirty="0" smtClean="0"/>
            </a:br>
            <a:r>
              <a:rPr lang="en-US" dirty="0" smtClean="0"/>
              <a:t> get</a:t>
            </a:r>
          </a:p>
          <a:p>
            <a:pPr>
              <a:buNone/>
            </a:pPr>
            <a:r>
              <a:rPr lang="en-US" dirty="0" smtClean="0"/>
              <a:t>4. What will you do if you ________ the history exam?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would fail</a:t>
            </a:r>
            <a:br>
              <a:rPr lang="en-US" dirty="0" smtClean="0"/>
            </a:br>
            <a:r>
              <a:rPr lang="en-US" dirty="0" smtClean="0"/>
              <a:t> will fail</a:t>
            </a:r>
            <a:br>
              <a:rPr lang="en-US" dirty="0" smtClean="0"/>
            </a:br>
            <a:r>
              <a:rPr lang="en-US" dirty="0" smtClean="0"/>
              <a:t> fail</a:t>
            </a:r>
          </a:p>
          <a:p>
            <a:pPr>
              <a:buNone/>
            </a:pPr>
            <a:r>
              <a:rPr lang="en-US" dirty="0" smtClean="0"/>
              <a:t>5. If they had not _____ the car, I would have driven you.</a:t>
            </a:r>
          </a:p>
          <a:p>
            <a:pPr>
              <a:buNone/>
            </a:pPr>
            <a:r>
              <a:rPr lang="en-US" dirty="0" smtClean="0"/>
              <a:t>	take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taken</a:t>
            </a:r>
            <a:br>
              <a:rPr lang="en-US" dirty="0" smtClean="0"/>
            </a:br>
            <a:r>
              <a:rPr lang="en-US" dirty="0" smtClean="0"/>
              <a:t> would take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7224" y="571480"/>
            <a:ext cx="1928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FFC000"/>
                </a:solidFill>
              </a:rPr>
              <a:t>Quiz</a:t>
            </a:r>
            <a:endParaRPr lang="en-US" sz="4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737"/>
            <a:ext cx="8472518" cy="497206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6. If it snows, ________ still drive to the coast?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will you</a:t>
            </a:r>
            <a:br>
              <a:rPr lang="en-US" dirty="0" smtClean="0"/>
            </a:br>
            <a:r>
              <a:rPr lang="en-US" dirty="0" smtClean="0"/>
              <a:t> would you</a:t>
            </a:r>
            <a:br>
              <a:rPr lang="en-US" dirty="0" smtClean="0"/>
            </a:br>
            <a:r>
              <a:rPr lang="en-US" dirty="0" smtClean="0"/>
              <a:t> would you have</a:t>
            </a:r>
          </a:p>
          <a:p>
            <a:pPr>
              <a:buNone/>
            </a:pPr>
            <a:r>
              <a:rPr lang="en-US" dirty="0" smtClean="0"/>
              <a:t>7. "He would have gone with you if you had asked him." Which conditional is this?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first</a:t>
            </a:r>
            <a:br>
              <a:rPr lang="en-US" dirty="0" smtClean="0"/>
            </a:br>
            <a:r>
              <a:rPr lang="en-US" dirty="0" smtClean="0"/>
              <a:t> second</a:t>
            </a:r>
            <a:br>
              <a:rPr lang="en-US" dirty="0" smtClean="0"/>
            </a:br>
            <a:r>
              <a:rPr lang="en-US" dirty="0" smtClean="0"/>
              <a:t> third</a:t>
            </a:r>
          </a:p>
          <a:p>
            <a:pPr>
              <a:buNone/>
            </a:pPr>
            <a:r>
              <a:rPr lang="en-US" dirty="0" smtClean="0"/>
              <a:t>8. "If I won a million dollars, I would buy my own airplane." Which conditional is this?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zero</a:t>
            </a:r>
            <a:br>
              <a:rPr lang="en-US" dirty="0" smtClean="0"/>
            </a:br>
            <a:r>
              <a:rPr lang="en-US" dirty="0" smtClean="0"/>
              <a:t> first</a:t>
            </a:r>
            <a:br>
              <a:rPr lang="en-US" dirty="0" smtClean="0"/>
            </a:br>
            <a:r>
              <a:rPr lang="en-US" dirty="0" smtClean="0"/>
              <a:t> second</a:t>
            </a:r>
          </a:p>
          <a:p>
            <a:pPr>
              <a:buNone/>
            </a:pPr>
            <a:r>
              <a:rPr lang="en-US" dirty="0" smtClean="0"/>
              <a:t>9. "If I forget her birthday, Andrea gets upset." Which conditional is this?</a:t>
            </a:r>
          </a:p>
          <a:p>
            <a:pPr>
              <a:buNone/>
            </a:pPr>
            <a:r>
              <a:rPr lang="en-US" dirty="0" smtClean="0"/>
              <a:t>	zero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first</a:t>
            </a:r>
            <a:br>
              <a:rPr lang="en-US" dirty="0" smtClean="0"/>
            </a:br>
            <a:r>
              <a:rPr lang="en-US" dirty="0" smtClean="0"/>
              <a:t> second</a:t>
            </a:r>
          </a:p>
          <a:p>
            <a:pPr>
              <a:buNone/>
            </a:pPr>
            <a:r>
              <a:rPr lang="en-US" dirty="0" smtClean="0"/>
              <a:t>10. "What will she do if she misses the bus?" Which conditional is this?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 first</a:t>
            </a:r>
            <a:br>
              <a:rPr lang="en-US" dirty="0" smtClean="0"/>
            </a:br>
            <a:r>
              <a:rPr lang="en-US" dirty="0" smtClean="0"/>
              <a:t> second</a:t>
            </a:r>
            <a:br>
              <a:rPr lang="en-US" dirty="0" smtClean="0"/>
            </a:br>
            <a:r>
              <a:rPr lang="en-US" dirty="0" smtClean="0"/>
              <a:t> third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52</TotalTime>
  <Words>307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Module</vt:lpstr>
      <vt:lpstr>Conditional sentences</vt:lpstr>
      <vt:lpstr>Types of Conditional sentence</vt:lpstr>
      <vt:lpstr>Real conditionals: Present and Future</vt:lpstr>
      <vt:lpstr>Present real conditional</vt:lpstr>
      <vt:lpstr>Example</vt:lpstr>
      <vt:lpstr>Future real conditional</vt:lpstr>
      <vt:lpstr>Example</vt:lpstr>
      <vt:lpstr>Use of when or whenever</vt:lpstr>
      <vt:lpstr>Exercise</vt:lpstr>
      <vt:lpstr>Slide 10</vt:lpstr>
      <vt:lpstr>Slide 11</vt:lpstr>
      <vt:lpstr>Quiz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conditionals: Present and Future</dc:title>
  <dc:creator>user</dc:creator>
  <cp:lastModifiedBy>user</cp:lastModifiedBy>
  <cp:revision>6</cp:revision>
  <dcterms:created xsi:type="dcterms:W3CDTF">2025-11-23T14:01:03Z</dcterms:created>
  <dcterms:modified xsi:type="dcterms:W3CDTF">2025-11-23T14:53:14Z</dcterms:modified>
</cp:coreProperties>
</file>